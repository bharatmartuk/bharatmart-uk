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Internship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F5700"/>
                </a:solidFill>
                <a:latin typeface="Calibri"/>
              </a:defRPr>
            </a:pPr>
            <a:r>
              <a:t>BharatMart UK — Multi-Merchant Grocery Marketplace</a:t>
            </a:r>
          </a:p>
          <a:p>
            <a:pPr algn="ctr">
              <a:defRPr sz="1400" b="0">
                <a:solidFill>
                  <a:srgbClr val="7F5700"/>
                </a:solidFill>
                <a:latin typeface="Calibri"/>
              </a:defRPr>
            </a:pPr>
            <a:r>
              <a:t>Role: Full Stack Engineer Intern</a:t>
            </a:r>
          </a:p>
          <a:p>
            <a:pPr algn="ctr">
              <a:defRPr sz="1400" b="0">
                <a:solidFill>
                  <a:srgbClr val="7F5700"/>
                </a:solidFill>
                <a:latin typeface="Calibri"/>
              </a:defRPr>
            </a:pPr>
            <a:r>
              <a:t>Organisation: BharatMart.uk</a:t>
            </a:r>
          </a:p>
          <a:p>
            <a:pPr algn="ctr">
              <a:defRPr sz="1400" b="0">
                <a:solidFill>
                  <a:srgbClr val="7F5700"/>
                </a:solidFill>
                <a:latin typeface="Calibri"/>
              </a:defRPr>
            </a:pPr>
            <a:r>
              <a:t>Duration: 15th June 2026 – 30th July 2026</a:t>
            </a:r>
          </a:p>
          <a:p>
            <a:pPr algn="ctr">
              <a:defRPr sz="1400" b="0">
                <a:solidFill>
                  <a:srgbClr val="7F5700"/>
                </a:solidFill>
                <a:latin typeface="Calibri"/>
              </a:defRPr>
            </a:pPr>
            <a:r>
              <a:t>Presented by: Sai Manjith Paripelli (B210840)</a:t>
            </a:r>
          </a:p>
          <a:p>
            <a:pPr algn="ctr">
              <a:defRPr sz="1400" b="0">
                <a:solidFill>
                  <a:srgbClr val="7F5700"/>
                </a:solidFill>
                <a:latin typeface="Calibri"/>
              </a:defRPr>
            </a:pPr>
            <a:r>
              <a:t>Rajiv Gandhi University of Knowledge Technologies, Basar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1. About BharatMart.uk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2. Problem &amp; objectives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3. My role and ownership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4. System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5. What I built (features)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6. Timeline of work (15 Jun – 23 Jul)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7. Tech stack &amp; deployments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8. Outcomes, learnings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About the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BharatMart.uk — UK marketplace for Indian groceries &amp; homemade foods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Connects customers with independent merchants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Product focus: discovery, local delivery, trusted checkout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Website: https://bharatmart.uk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Code: https://github.com/bharatmartuk/bharatmart-uk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Fragmented buying via WhatsApp / single-shop sites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Need multi-merchant catalogue with clear seller identity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Delivery must respect UK postcode coverage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Checkout must handle multi-seller baskets + payments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Operators need verification + homepage CMS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Own BharatMart customer web end-to-end (UI + full stack)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Ship browse → search → cart → wishlist → checkout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Add UK postcode delivery filtering UX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Integrate Stripe/COD, Cloudinary, Auth.js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Deploy production apps on Vercel and harden auth/builds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My Role — Full Stack Engineer Intern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Primary ownership: apps/web customer marketplace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UI/UX: branding, header, mobile nav, product &amp; checkout flows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Backend: services/repositories, Server Actions, Prisma models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Also supported: admin CMS hooks, merchant media/uploads, deploys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Not claimed as product ML/agentic AI — focus is commerce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Monorepo: Turborepo + pnpm workspaces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Apps: Web (customers) · Merchant · Admin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Shared: database · services · auth · ui · utils · validation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Data: PostgreSQL (Prisma) · Media: Cloudinary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Payments: Stripe · Hosting: Vercel (3 projects)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What I Built — Discovery &amp;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Homepage: hero carousel, categories, featured merchants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Product listing: filters, sort, sticky desktop chrome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Fuzzy search + autocomplete / recommended products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Product detail: gallery, reviews, related items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Favourites CTA (replaced chat-with-seller)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Mobile bottom nav + search sheet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What I Built — Commerce &amp;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Cart + wishlist with auth-gated pending actions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Checkout stepper: Address → Payment → Review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Stripe PaymentIntents + COD; multi-merchant orders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UK postcode gate, banner, location chip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Filter merchants/products by delivery postcodes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Account / addresses / info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Timeline (to 23 Jul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15–30 Jun: requirements, architecture, UX foundation</a:t>
            </a:r>
          </a:p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1–17 Jul: core marketplace build (auth, catalog, checkout)</a:t>
            </a:r>
          </a:p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18 Jul: monorepo milestone + Vercel/Auth production fixes</a:t>
            </a:r>
          </a:p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19–21 Jul: CMS, demo data, mobile/wishlist, Cloudinary, info pages</a:t>
            </a:r>
          </a:p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22 Jul: marketplace admin, bulk import, rate limits, polish</a:t>
            </a:r>
          </a:p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23 Jul: postcode delivery UX + favourites on product page</a:t>
            </a:r>
          </a:p>
          <a:p>
            <a:pPr>
              <a:spcAft>
                <a:spcPts val="800"/>
              </a:spcAft>
              <a:defRPr sz="1600">
                <a:solidFill>
                  <a:srgbClr val="514534"/>
                </a:solidFill>
                <a:latin typeface="Calibri"/>
              </a:defRPr>
            </a:pPr>
            <a:r>
              <a:t>24–30 Jul: QA, docs, final demo (remaining)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Next.js 15 · TypeScript · Tailwind · shared UI kit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Prisma · PostgreSQL · Auth.js · Zod · Zustand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Stripe · Cloudinary · Resend · Upstash (optional)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Turborepo · pnpm · Vercel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Demo Story (suggested)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1. Open homepage → hero + categories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2. Enter postcode → see deliverable merchants/products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3. Search a product → open PDP → Add to favourites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4. Add to cart → checkout → Stripe test / COD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5. (Optional) Admin banner edit / merchant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Outcomes &amp;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Shipped a real multi-merchant marketplace storefront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Learned production auth, payments, media, and monorepo deploys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Practised product UX under commerce constraints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Improved debugging of Vercel/Prisma/Auth edge cases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Gained ownership mindset: design → implement → ship → polish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Server-synced wishlist &amp; followed stores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Customer review write + moderation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Learned search ranking on top of fuzzy heuristics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Merchant coupon management UI</a:t>
            </a:r>
          </a:p>
          <a:p>
            <a:pPr>
              <a:spcAft>
                <a:spcPts val="800"/>
              </a:spcAft>
              <a:defRPr sz="1800">
                <a:solidFill>
                  <a:srgbClr val="514534"/>
                </a:solidFill>
                <a:latin typeface="Calibri"/>
              </a:defRPr>
            </a:pPr>
            <a:r>
              <a:t>Stronger E2E test coverage in CI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B1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14534"/>
                </a:solidFill>
                <a:latin typeface="Calibri"/>
              </a:defRPr>
            </a:pPr>
            <a:r>
              <a:t>Questions welcome</a:t>
            </a:r>
          </a:p>
          <a:p>
            <a:pPr algn="ctr">
              <a:defRPr sz="1600">
                <a:solidFill>
                  <a:srgbClr val="514534"/>
                </a:solidFill>
                <a:latin typeface="Calibri"/>
              </a:defRPr>
            </a:pPr>
            <a:r>
              <a:t>Sai Manjith Paripelli — B210840</a:t>
            </a:r>
          </a:p>
          <a:p>
            <a:pPr algn="ctr">
              <a:defRPr sz="1600">
                <a:solidFill>
                  <a:srgbClr val="514534"/>
                </a:solidFill>
                <a:latin typeface="Calibri"/>
              </a:defRPr>
            </a:pPr>
            <a:r>
              <a:t>BharatMart.uk · Full Stack Engineer Intern</a:t>
            </a:r>
          </a:p>
          <a:p>
            <a:pPr algn="ctr">
              <a:defRPr sz="1600">
                <a:solidFill>
                  <a:srgbClr val="514534"/>
                </a:solidFill>
                <a:latin typeface="Calibri"/>
              </a:defRPr>
            </a:pPr>
            <a:r>
              <a:t>https://github.com/bharatmartuk/bharatmart-uk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